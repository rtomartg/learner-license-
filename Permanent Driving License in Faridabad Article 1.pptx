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423164"/>
            <a:ext cx="6490970" cy="742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tomart.in/faridabad/index.html" TargetMode="External"/><Relationship Id="rId3" Type="http://schemas.openxmlformats.org/officeDocument/2006/relationships/hyperlink" Target="https://parivahan.gov.in/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rtomart.in/faridabad/index.html" TargetMode="External"/><Relationship Id="rId3" Type="http://schemas.openxmlformats.org/officeDocument/2006/relationships/hyperlink" Target="mailto:kumarapoineet@gmail.com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830" rIns="0" bIns="0" rtlCol="0" vert="horz">
            <a:spAutoFit/>
          </a:bodyPr>
          <a:lstStyle/>
          <a:p>
            <a:pPr marL="12700" marR="5080">
              <a:lnSpc>
                <a:spcPts val="2760"/>
              </a:lnSpc>
              <a:spcBef>
                <a:spcPts val="290"/>
              </a:spcBef>
            </a:pPr>
            <a:r>
              <a:rPr dirty="0"/>
              <a:t>How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150"/>
              <a:t> </a:t>
            </a:r>
            <a:r>
              <a:rPr dirty="0"/>
              <a:t>Apply</a:t>
            </a:r>
            <a:r>
              <a:rPr dirty="0" spc="-25"/>
              <a:t> </a:t>
            </a:r>
            <a:r>
              <a:rPr dirty="0"/>
              <a:t>for</a:t>
            </a:r>
            <a:r>
              <a:rPr dirty="0" spc="-7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Permanent</a:t>
            </a:r>
            <a:r>
              <a:rPr dirty="0" spc="-25"/>
              <a:t> </a:t>
            </a:r>
            <a:r>
              <a:rPr dirty="0"/>
              <a:t>Driving</a:t>
            </a:r>
            <a:r>
              <a:rPr dirty="0" spc="-25"/>
              <a:t> </a:t>
            </a:r>
            <a:r>
              <a:rPr dirty="0"/>
              <a:t>License</a:t>
            </a:r>
            <a:r>
              <a:rPr dirty="0" spc="-25"/>
              <a:t> in </a:t>
            </a:r>
            <a:r>
              <a:rPr dirty="0"/>
              <a:t>Faridabad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-15"/>
              <a:t> </a:t>
            </a:r>
            <a:r>
              <a:rPr dirty="0" spc="-20"/>
              <a:t>Step-by-</a:t>
            </a:r>
            <a:r>
              <a:rPr dirty="0"/>
              <a:t>Step</a:t>
            </a:r>
            <a:r>
              <a:rPr dirty="0" spc="-20"/>
              <a:t> </a:t>
            </a:r>
            <a:r>
              <a:rPr dirty="0" spc="-10"/>
              <a:t>Guide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44500" y="1308861"/>
            <a:ext cx="6840855" cy="80092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dirty="0" sz="1200">
                <a:latin typeface="Times New Roman"/>
                <a:cs typeface="Times New Roman"/>
              </a:rPr>
              <a:t>Obtaining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u="sng" sz="120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permanent</a:t>
            </a:r>
            <a:r>
              <a:rPr dirty="0" u="sng" sz="1200" spc="-2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driving</a:t>
            </a:r>
            <a:r>
              <a:rPr dirty="0" u="sng" sz="1200" spc="-2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license</a:t>
            </a:r>
            <a:r>
              <a:rPr dirty="0" u="sng" sz="1200" spc="-3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in</a:t>
            </a:r>
            <a:r>
              <a:rPr dirty="0" u="sng" sz="1200" spc="-2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Faridabad</a:t>
            </a:r>
            <a:r>
              <a:rPr dirty="0" sz="1200" b="1">
                <a:solidFill>
                  <a:srgbClr val="0462C1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important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milestone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anyone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wants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drive </a:t>
            </a:r>
            <a:r>
              <a:rPr dirty="0" sz="1200">
                <a:latin typeface="Times New Roman"/>
                <a:cs typeface="Times New Roman"/>
              </a:rPr>
              <a:t>legally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safely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Indian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roads.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regulated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Regional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Transport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Office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(RTO), </a:t>
            </a:r>
            <a:r>
              <a:rPr dirty="0" sz="1200">
                <a:latin typeface="Times New Roman"/>
                <a:cs typeface="Times New Roman"/>
              </a:rPr>
              <a:t>many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applicants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find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procedure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confusing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10">
                <a:latin typeface="Times New Roman"/>
                <a:cs typeface="Times New Roman"/>
              </a:rPr>
              <a:t> documentation requirements, </a:t>
            </a:r>
            <a:r>
              <a:rPr dirty="0" sz="1200">
                <a:latin typeface="Times New Roman"/>
                <a:cs typeface="Times New Roman"/>
              </a:rPr>
              <a:t>test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bookings,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 </a:t>
            </a:r>
            <a:r>
              <a:rPr dirty="0" sz="1200" spc="-10">
                <a:latin typeface="Times New Roman"/>
                <a:cs typeface="Times New Roman"/>
              </a:rPr>
              <a:t>online </a:t>
            </a:r>
            <a:r>
              <a:rPr dirty="0" sz="1200">
                <a:latin typeface="Times New Roman"/>
                <a:cs typeface="Times New Roman"/>
              </a:rPr>
              <a:t>formalities.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people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choose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take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guidance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u="sng" sz="120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driving</a:t>
            </a:r>
            <a:r>
              <a:rPr dirty="0" u="sng" sz="1200" spc="-25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license</a:t>
            </a:r>
            <a:r>
              <a:rPr dirty="0" u="sng" sz="1200" spc="-3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agent</a:t>
            </a:r>
            <a:r>
              <a:rPr dirty="0" u="sng" sz="1200" spc="-2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in</a:t>
            </a:r>
            <a:r>
              <a:rPr dirty="0" u="sng" sz="1200" spc="-25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Faridabad</a:t>
            </a:r>
            <a:r>
              <a:rPr dirty="0" sz="1200" spc="-5" b="1">
                <a:solidFill>
                  <a:srgbClr val="0462C1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to </a:t>
            </a:r>
            <a:r>
              <a:rPr dirty="0" sz="1200">
                <a:latin typeface="Times New Roman"/>
                <a:cs typeface="Times New Roman"/>
              </a:rPr>
              <a:t>ensure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smooth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0">
                <a:latin typeface="Times New Roman"/>
                <a:cs typeface="Times New Roman"/>
              </a:rPr>
              <a:t> error-</a:t>
            </a:r>
            <a:r>
              <a:rPr dirty="0" sz="1200">
                <a:latin typeface="Times New Roman"/>
                <a:cs typeface="Times New Roman"/>
              </a:rPr>
              <a:t>free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process.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49530">
              <a:lnSpc>
                <a:spcPts val="1380"/>
              </a:lnSpc>
            </a:pP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article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explains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complete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procedure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applying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permanent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driving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license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how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professional </a:t>
            </a:r>
            <a:r>
              <a:rPr dirty="0" sz="1200">
                <a:latin typeface="Times New Roman"/>
                <a:cs typeface="Times New Roman"/>
              </a:rPr>
              <a:t>assistance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make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journey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easier.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What</a:t>
            </a:r>
            <a:r>
              <a:rPr dirty="0" sz="1300" spc="-2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Is</a:t>
            </a:r>
            <a:r>
              <a:rPr dirty="0" sz="1300" spc="-1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a</a:t>
            </a:r>
            <a:r>
              <a:rPr dirty="0" sz="1300" spc="-2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Permanent</a:t>
            </a:r>
            <a:r>
              <a:rPr dirty="0" sz="1300" spc="-2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Driving</a:t>
            </a:r>
            <a:r>
              <a:rPr dirty="0" sz="1300" spc="-2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 spc="-10">
                <a:solidFill>
                  <a:srgbClr val="2D74B5"/>
                </a:solidFill>
                <a:latin typeface="Calibri Light"/>
                <a:cs typeface="Calibri Light"/>
              </a:rPr>
              <a:t>License?</a:t>
            </a:r>
            <a:endParaRPr sz="1300">
              <a:latin typeface="Calibri Light"/>
              <a:cs typeface="Calibri Light"/>
            </a:endParaRPr>
          </a:p>
          <a:p>
            <a:pPr algn="just" marL="12700" marR="144145">
              <a:lnSpc>
                <a:spcPct val="95400"/>
              </a:lnSpc>
              <a:spcBef>
                <a:spcPts val="1575"/>
              </a:spcBef>
            </a:pP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permanent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driving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license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(DL)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official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document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issued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allows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person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drive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a </a:t>
            </a:r>
            <a:r>
              <a:rPr dirty="0" sz="1200">
                <a:latin typeface="Times New Roman"/>
                <a:cs typeface="Times New Roman"/>
              </a:rPr>
              <a:t>motor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vehicle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legally.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Before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applying,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applicant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must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hold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valid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Learner’s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License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(LL)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complete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mandatory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waiting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period.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Eligibility</a:t>
            </a:r>
            <a:r>
              <a:rPr dirty="0" sz="1300" spc="-4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Criteria</a:t>
            </a:r>
            <a:r>
              <a:rPr dirty="0" sz="1300" spc="-2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for</a:t>
            </a:r>
            <a:r>
              <a:rPr dirty="0" sz="1300" spc="-4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Permanent</a:t>
            </a:r>
            <a:r>
              <a:rPr dirty="0" sz="1300" spc="-4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Driving</a:t>
            </a:r>
            <a:r>
              <a:rPr dirty="0" sz="1300" spc="-3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 spc="-10">
                <a:solidFill>
                  <a:srgbClr val="2D74B5"/>
                </a:solidFill>
                <a:latin typeface="Calibri Light"/>
                <a:cs typeface="Calibri Light"/>
              </a:rPr>
              <a:t>License</a:t>
            </a:r>
            <a:endParaRPr sz="13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permanent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driving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license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Faridabad,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you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must: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spcBef>
                <a:spcPts val="133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least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18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years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old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private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vehicles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Hold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valid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Learner’s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License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Complete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minimum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learner’s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license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holding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period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physically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mentally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drive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Pass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official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driving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skill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conducted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RTO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professional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u="sng" sz="12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driving</a:t>
            </a:r>
            <a:r>
              <a:rPr dirty="0" u="sng" sz="1200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license</a:t>
            </a:r>
            <a:r>
              <a:rPr dirty="0" u="sng" sz="1200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agent</a:t>
            </a:r>
            <a:r>
              <a:rPr dirty="0" u="sng" sz="12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in</a:t>
            </a:r>
            <a:r>
              <a:rPr dirty="0" u="sng" sz="12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Faridabad</a:t>
            </a:r>
            <a:r>
              <a:rPr dirty="0" sz="1200" spc="-5">
                <a:solidFill>
                  <a:srgbClr val="0462C1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help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verify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your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eligibility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before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starting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process.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-10">
                <a:solidFill>
                  <a:srgbClr val="2D74B5"/>
                </a:solidFill>
                <a:latin typeface="Calibri Light"/>
                <a:cs typeface="Calibri Light"/>
              </a:rPr>
              <a:t>Step-by-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Step</a:t>
            </a:r>
            <a:r>
              <a:rPr dirty="0" sz="1300" spc="-1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Process</a:t>
            </a:r>
            <a:r>
              <a:rPr dirty="0" sz="1300" spc="-1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to</a:t>
            </a:r>
            <a:r>
              <a:rPr dirty="0" sz="1300" spc="-2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Apply</a:t>
            </a:r>
            <a:r>
              <a:rPr dirty="0" sz="1300" spc="-1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for</a:t>
            </a:r>
            <a:r>
              <a:rPr dirty="0" sz="1300" spc="-2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Permanent</a:t>
            </a:r>
            <a:r>
              <a:rPr dirty="0" sz="1300" spc="-2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>
                <a:solidFill>
                  <a:srgbClr val="2D74B5"/>
                </a:solidFill>
                <a:latin typeface="Calibri Light"/>
                <a:cs typeface="Calibri Light"/>
              </a:rPr>
              <a:t>Driving</a:t>
            </a:r>
            <a:r>
              <a:rPr dirty="0" sz="1300" spc="-15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dirty="0" sz="1300" spc="-10">
                <a:solidFill>
                  <a:srgbClr val="2D74B5"/>
                </a:solidFill>
                <a:latin typeface="Calibri Light"/>
                <a:cs typeface="Calibri Light"/>
              </a:rPr>
              <a:t>License</a:t>
            </a:r>
            <a:endParaRPr sz="13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200" spc="-615">
                <a:solidFill>
                  <a:srgbClr val="1F4D78"/>
                </a:solidFill>
                <a:latin typeface="Calibri Light"/>
                <a:cs typeface="Calibri Light"/>
              </a:rPr>
              <a:t>1️</a:t>
            </a:r>
            <a:r>
              <a:rPr dirty="0" sz="1200" spc="-615">
                <a:solidFill>
                  <a:srgbClr val="1F4D78"/>
                </a:solidFill>
                <a:latin typeface="Tahoma"/>
                <a:cs typeface="Tahoma"/>
              </a:rPr>
              <a:t>⃣</a:t>
            </a:r>
            <a:r>
              <a:rPr dirty="0" sz="1200" spc="-100">
                <a:solidFill>
                  <a:srgbClr val="1F4D7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1F4D78"/>
                </a:solidFill>
                <a:latin typeface="Calibri Light"/>
                <a:cs typeface="Calibri Light"/>
              </a:rPr>
              <a:t>Fill</a:t>
            </a:r>
            <a:r>
              <a:rPr dirty="0" sz="1200" spc="-30">
                <a:solidFill>
                  <a:srgbClr val="1F4D78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1F4D78"/>
                </a:solidFill>
                <a:latin typeface="Calibri Light"/>
                <a:cs typeface="Calibri Light"/>
              </a:rPr>
              <a:t>Out</a:t>
            </a:r>
            <a:r>
              <a:rPr dirty="0" sz="1200" spc="-10">
                <a:solidFill>
                  <a:srgbClr val="1F4D78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1F4D78"/>
                </a:solidFill>
                <a:latin typeface="Calibri Light"/>
                <a:cs typeface="Calibri Light"/>
              </a:rPr>
              <a:t>the</a:t>
            </a:r>
            <a:r>
              <a:rPr dirty="0" sz="1200" spc="-20">
                <a:solidFill>
                  <a:srgbClr val="1F4D78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1F4D78"/>
                </a:solidFill>
                <a:latin typeface="Calibri Light"/>
                <a:cs typeface="Calibri Light"/>
              </a:rPr>
              <a:t>Online</a:t>
            </a:r>
            <a:r>
              <a:rPr dirty="0" sz="1200" spc="-20">
                <a:solidFill>
                  <a:srgbClr val="1F4D78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1F4D78"/>
                </a:solidFill>
                <a:latin typeface="Calibri Light"/>
                <a:cs typeface="Calibri Light"/>
              </a:rPr>
              <a:t>Application</a:t>
            </a:r>
            <a:endParaRPr sz="12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first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step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through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official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transport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portal.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You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to: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410"/>
              </a:lnSpc>
              <a:spcBef>
                <a:spcPts val="1335"/>
              </a:spcBef>
              <a:buFont typeface="Wingdings"/>
              <a:buChar char="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Visit: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parivahan.gov.in/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380"/>
              </a:lnSpc>
              <a:buFont typeface="Wingdings"/>
              <a:buChar char="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Select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driving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license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related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services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380"/>
              </a:lnSpc>
              <a:buFont typeface="Wingdings"/>
              <a:buChar char="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Select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state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380"/>
              </a:lnSpc>
              <a:buFont typeface="Wingdings"/>
              <a:buChar char="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Choose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learner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license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services,</a:t>
            </a:r>
            <a:r>
              <a:rPr dirty="0" sz="1200" spc="2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visible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left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corner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380"/>
              </a:lnSpc>
              <a:buFont typeface="Wingdings"/>
              <a:buChar char="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Enter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learner’s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license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details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380"/>
              </a:lnSpc>
              <a:buFont typeface="Wingdings"/>
              <a:buChar char="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Select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vehicle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category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380"/>
              </a:lnSpc>
              <a:buFont typeface="Wingdings"/>
              <a:buChar char="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Fill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personal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information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carefully</a:t>
            </a:r>
            <a:endParaRPr sz="1200">
              <a:latin typeface="Times New Roman"/>
              <a:cs typeface="Times New Roman"/>
            </a:endParaRPr>
          </a:p>
          <a:p>
            <a:pPr marL="12700" marR="86360">
              <a:lnSpc>
                <a:spcPts val="1380"/>
              </a:lnSpc>
              <a:spcBef>
                <a:spcPts val="65"/>
              </a:spcBef>
            </a:pPr>
            <a:r>
              <a:rPr dirty="0" sz="1200">
                <a:latin typeface="Times New Roman"/>
                <a:cs typeface="Times New Roman"/>
              </a:rPr>
              <a:t>Mistakes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stage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often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rejection,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which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applicants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consult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driving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license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agent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25" b="1">
                <a:latin typeface="Times New Roman"/>
                <a:cs typeface="Times New Roman"/>
              </a:rPr>
              <a:t>in </a:t>
            </a:r>
            <a:r>
              <a:rPr dirty="0" sz="1200" b="1">
                <a:latin typeface="Times New Roman"/>
                <a:cs typeface="Times New Roman"/>
              </a:rPr>
              <a:t>Faridabad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accurate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form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submission.</a:t>
            </a:r>
            <a:endParaRPr sz="12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55"/>
              </a:spcBef>
            </a:pPr>
            <a:r>
              <a:rPr dirty="0" sz="1200">
                <a:solidFill>
                  <a:srgbClr val="1F4D78"/>
                </a:solidFill>
                <a:latin typeface="Calibri Light"/>
                <a:cs typeface="Calibri Light"/>
              </a:rPr>
              <a:t>Upload</a:t>
            </a:r>
            <a:r>
              <a:rPr dirty="0" sz="1200" spc="-25">
                <a:solidFill>
                  <a:srgbClr val="1F4D78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1F4D78"/>
                </a:solidFill>
                <a:latin typeface="Calibri Light"/>
                <a:cs typeface="Calibri Light"/>
              </a:rPr>
              <a:t>Required</a:t>
            </a:r>
            <a:r>
              <a:rPr dirty="0" sz="1200" spc="-25">
                <a:solidFill>
                  <a:srgbClr val="1F4D78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1F4D78"/>
                </a:solidFill>
                <a:latin typeface="Calibri Light"/>
                <a:cs typeface="Calibri Light"/>
              </a:rPr>
              <a:t>Documents</a:t>
            </a:r>
            <a:endParaRPr sz="12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Applicants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must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upload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clear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valid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documents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25">
                <a:latin typeface="Times New Roman"/>
                <a:cs typeface="Times New Roman"/>
              </a:rPr>
              <a:t> as: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4500" y="429259"/>
            <a:ext cx="5512435" cy="1088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228600">
              <a:lnSpc>
                <a:spcPts val="141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Learner’s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License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copy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Address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proof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Identity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proof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dirty="0" sz="1200" spc="-10">
                <a:latin typeface="Times New Roman"/>
                <a:cs typeface="Times New Roman"/>
              </a:rPr>
              <a:t>Passport-</a:t>
            </a:r>
            <a:r>
              <a:rPr dirty="0" sz="1200">
                <a:latin typeface="Times New Roman"/>
                <a:cs typeface="Times New Roman"/>
              </a:rPr>
              <a:t>size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photographs (if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required)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200">
                <a:latin typeface="Times New Roman"/>
                <a:cs typeface="Times New Roman"/>
              </a:rPr>
              <a:t>Improper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unclear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documents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delay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approval,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professional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verification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helpful.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57200" y="1807210"/>
            <a:ext cx="6859270" cy="19050"/>
            <a:chOff x="457200" y="1807210"/>
            <a:chExt cx="6859270" cy="19050"/>
          </a:xfrm>
        </p:grpSpPr>
        <p:sp>
          <p:nvSpPr>
            <p:cNvPr id="4" name="object 4" descr=""/>
            <p:cNvSpPr/>
            <p:nvPr/>
          </p:nvSpPr>
          <p:spPr>
            <a:xfrm>
              <a:off x="457200" y="1807209"/>
              <a:ext cx="6858000" cy="18415"/>
            </a:xfrm>
            <a:custGeom>
              <a:avLst/>
              <a:gdLst/>
              <a:ahLst/>
              <a:cxnLst/>
              <a:rect l="l" t="t" r="r" b="b"/>
              <a:pathLst>
                <a:path w="6858000" h="18414">
                  <a:moveTo>
                    <a:pt x="6858000" y="0"/>
                  </a:moveTo>
                  <a:lnTo>
                    <a:pt x="0" y="0"/>
                  </a:lnTo>
                  <a:lnTo>
                    <a:pt x="0" y="508"/>
                  </a:lnTo>
                  <a:lnTo>
                    <a:pt x="0" y="3556"/>
                  </a:lnTo>
                  <a:lnTo>
                    <a:pt x="0" y="18415"/>
                  </a:lnTo>
                  <a:lnTo>
                    <a:pt x="6858000" y="18415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313421" y="180771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57200" y="1807717"/>
              <a:ext cx="6859270" cy="15240"/>
            </a:xfrm>
            <a:custGeom>
              <a:avLst/>
              <a:gdLst/>
              <a:ahLst/>
              <a:cxnLst/>
              <a:rect l="l" t="t" r="r" b="b"/>
              <a:pathLst>
                <a:path w="6859270" h="15239">
                  <a:moveTo>
                    <a:pt x="3048" y="3048"/>
                  </a:moveTo>
                  <a:lnTo>
                    <a:pt x="0" y="3048"/>
                  </a:lnTo>
                  <a:lnTo>
                    <a:pt x="0" y="15240"/>
                  </a:lnTo>
                  <a:lnTo>
                    <a:pt x="3048" y="15240"/>
                  </a:lnTo>
                  <a:lnTo>
                    <a:pt x="3048" y="3048"/>
                  </a:lnTo>
                  <a:close/>
                </a:path>
                <a:path w="6859270" h="15239">
                  <a:moveTo>
                    <a:pt x="6859257" y="0"/>
                  </a:moveTo>
                  <a:lnTo>
                    <a:pt x="6856222" y="0"/>
                  </a:lnTo>
                  <a:lnTo>
                    <a:pt x="6856222" y="3048"/>
                  </a:lnTo>
                  <a:lnTo>
                    <a:pt x="6859257" y="3048"/>
                  </a:lnTo>
                  <a:lnTo>
                    <a:pt x="685925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313421" y="1810765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3047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3047" y="12192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57200" y="182295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57200" y="1822970"/>
              <a:ext cx="6859270" cy="3175"/>
            </a:xfrm>
            <a:custGeom>
              <a:avLst/>
              <a:gdLst/>
              <a:ahLst/>
              <a:cxnLst/>
              <a:rect l="l" t="t" r="r" b="b"/>
              <a:pathLst>
                <a:path w="6859270" h="3175">
                  <a:moveTo>
                    <a:pt x="6859257" y="0"/>
                  </a:moveTo>
                  <a:lnTo>
                    <a:pt x="68562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856222" y="3035"/>
                  </a:lnTo>
                  <a:lnTo>
                    <a:pt x="6859257" y="3035"/>
                  </a:lnTo>
                  <a:lnTo>
                    <a:pt x="685925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44500" y="1961133"/>
            <a:ext cx="6595745" cy="1109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15">
                <a:solidFill>
                  <a:srgbClr val="1F4D78"/>
                </a:solidFill>
                <a:latin typeface="Calibri Light"/>
                <a:cs typeface="Calibri Light"/>
              </a:rPr>
              <a:t>3️</a:t>
            </a:r>
            <a:r>
              <a:rPr dirty="0" sz="1200" spc="-615">
                <a:solidFill>
                  <a:srgbClr val="1F4D78"/>
                </a:solidFill>
                <a:latin typeface="Tahoma"/>
                <a:cs typeface="Tahoma"/>
              </a:rPr>
              <a:t>⃣</a:t>
            </a:r>
            <a:r>
              <a:rPr dirty="0" sz="1200" spc="-100">
                <a:solidFill>
                  <a:srgbClr val="1F4D7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1F4D78"/>
                </a:solidFill>
                <a:latin typeface="Calibri Light"/>
                <a:cs typeface="Calibri Light"/>
              </a:rPr>
              <a:t>Book</a:t>
            </a:r>
            <a:r>
              <a:rPr dirty="0" sz="1200" spc="-10">
                <a:solidFill>
                  <a:srgbClr val="1F4D78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1F4D78"/>
                </a:solidFill>
                <a:latin typeface="Calibri Light"/>
                <a:cs typeface="Calibri Light"/>
              </a:rPr>
              <a:t>Driving</a:t>
            </a:r>
            <a:r>
              <a:rPr dirty="0" sz="1200" spc="-5">
                <a:solidFill>
                  <a:srgbClr val="1F4D78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1F4D78"/>
                </a:solidFill>
                <a:latin typeface="Calibri Light"/>
                <a:cs typeface="Calibri Light"/>
              </a:rPr>
              <a:t>Test</a:t>
            </a:r>
            <a:r>
              <a:rPr dirty="0" sz="1200" spc="-10">
                <a:solidFill>
                  <a:srgbClr val="1F4D78"/>
                </a:solidFill>
                <a:latin typeface="Calibri Light"/>
                <a:cs typeface="Calibri Light"/>
              </a:rPr>
              <a:t> </a:t>
            </a:r>
            <a:r>
              <a:rPr dirty="0" sz="1200" spc="-20">
                <a:solidFill>
                  <a:srgbClr val="1F4D78"/>
                </a:solidFill>
                <a:latin typeface="Calibri Light"/>
                <a:cs typeface="Calibri Light"/>
              </a:rPr>
              <a:t>Slot</a:t>
            </a:r>
            <a:endParaRPr sz="12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00">
              <a:latin typeface="Calibri Light"/>
              <a:cs typeface="Calibri Light"/>
            </a:endParaRPr>
          </a:p>
          <a:p>
            <a:pPr marL="12700" marR="117475">
              <a:lnSpc>
                <a:spcPts val="1380"/>
              </a:lnSpc>
              <a:spcBef>
                <a:spcPts val="5"/>
              </a:spcBef>
            </a:pPr>
            <a:r>
              <a:rPr dirty="0" sz="1200">
                <a:latin typeface="Times New Roman"/>
                <a:cs typeface="Times New Roman"/>
              </a:rPr>
              <a:t>After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submitting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application,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you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must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book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driving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test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appointment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Faridabad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RTO.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Early </a:t>
            </a:r>
            <a:r>
              <a:rPr dirty="0" sz="1200">
                <a:latin typeface="Times New Roman"/>
                <a:cs typeface="Times New Roman"/>
              </a:rPr>
              <a:t>booking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recommended,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slots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fill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quickly.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u="sng" sz="12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driving</a:t>
            </a:r>
            <a:r>
              <a:rPr dirty="0" u="sng" sz="1200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license</a:t>
            </a:r>
            <a:r>
              <a:rPr dirty="0" u="sng" sz="1200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agent</a:t>
            </a:r>
            <a:r>
              <a:rPr dirty="0" u="sng" sz="12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in</a:t>
            </a:r>
            <a:r>
              <a:rPr dirty="0" u="sng" sz="1200" spc="-1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Faridabad</a:t>
            </a:r>
            <a:r>
              <a:rPr dirty="0" sz="1200" spc="-10">
                <a:solidFill>
                  <a:srgbClr val="0462C1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assist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securing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suitable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guide you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preparation.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57200" y="3360420"/>
            <a:ext cx="6859270" cy="19050"/>
            <a:chOff x="457200" y="3360420"/>
            <a:chExt cx="6859270" cy="19050"/>
          </a:xfrm>
        </p:grpSpPr>
        <p:sp>
          <p:nvSpPr>
            <p:cNvPr id="12" name="object 12" descr=""/>
            <p:cNvSpPr/>
            <p:nvPr/>
          </p:nvSpPr>
          <p:spPr>
            <a:xfrm>
              <a:off x="457200" y="3360419"/>
              <a:ext cx="6858000" cy="18415"/>
            </a:xfrm>
            <a:custGeom>
              <a:avLst/>
              <a:gdLst/>
              <a:ahLst/>
              <a:cxnLst/>
              <a:rect l="l" t="t" r="r" b="b"/>
              <a:pathLst>
                <a:path w="6858000" h="18414">
                  <a:moveTo>
                    <a:pt x="6858000" y="0"/>
                  </a:moveTo>
                  <a:lnTo>
                    <a:pt x="0" y="0"/>
                  </a:lnTo>
                  <a:lnTo>
                    <a:pt x="0" y="647"/>
                  </a:lnTo>
                  <a:lnTo>
                    <a:pt x="0" y="3683"/>
                  </a:lnTo>
                  <a:lnTo>
                    <a:pt x="0" y="18415"/>
                  </a:lnTo>
                  <a:lnTo>
                    <a:pt x="6858000" y="18415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313421" y="336105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57200" y="3361067"/>
              <a:ext cx="6859270" cy="15240"/>
            </a:xfrm>
            <a:custGeom>
              <a:avLst/>
              <a:gdLst/>
              <a:ahLst/>
              <a:cxnLst/>
              <a:rect l="l" t="t" r="r" b="b"/>
              <a:pathLst>
                <a:path w="6859270" h="15239">
                  <a:moveTo>
                    <a:pt x="3048" y="3048"/>
                  </a:moveTo>
                  <a:lnTo>
                    <a:pt x="0" y="3048"/>
                  </a:lnTo>
                  <a:lnTo>
                    <a:pt x="0" y="15227"/>
                  </a:lnTo>
                  <a:lnTo>
                    <a:pt x="3048" y="15227"/>
                  </a:lnTo>
                  <a:lnTo>
                    <a:pt x="3048" y="3048"/>
                  </a:lnTo>
                  <a:close/>
                </a:path>
                <a:path w="6859270" h="15239">
                  <a:moveTo>
                    <a:pt x="6859257" y="0"/>
                  </a:moveTo>
                  <a:lnTo>
                    <a:pt x="6856222" y="0"/>
                  </a:lnTo>
                  <a:lnTo>
                    <a:pt x="6856222" y="3035"/>
                  </a:lnTo>
                  <a:lnTo>
                    <a:pt x="6859257" y="3035"/>
                  </a:lnTo>
                  <a:lnTo>
                    <a:pt x="685925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313421" y="3364103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3047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3047" y="12191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57200" y="337629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57200" y="3376294"/>
              <a:ext cx="6859270" cy="3175"/>
            </a:xfrm>
            <a:custGeom>
              <a:avLst/>
              <a:gdLst/>
              <a:ahLst/>
              <a:cxnLst/>
              <a:rect l="l" t="t" r="r" b="b"/>
              <a:pathLst>
                <a:path w="6859270" h="3175">
                  <a:moveTo>
                    <a:pt x="6859257" y="0"/>
                  </a:moveTo>
                  <a:lnTo>
                    <a:pt x="68562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856222" y="3048"/>
                  </a:lnTo>
                  <a:lnTo>
                    <a:pt x="6859257" y="3048"/>
                  </a:lnTo>
                  <a:lnTo>
                    <a:pt x="685925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44500" y="3514471"/>
            <a:ext cx="3869690" cy="1461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15">
                <a:solidFill>
                  <a:srgbClr val="1F4D78"/>
                </a:solidFill>
                <a:latin typeface="Calibri Light"/>
                <a:cs typeface="Calibri Light"/>
              </a:rPr>
              <a:t>4️</a:t>
            </a:r>
            <a:r>
              <a:rPr dirty="0" sz="1200" spc="-615">
                <a:solidFill>
                  <a:srgbClr val="1F4D78"/>
                </a:solidFill>
                <a:latin typeface="Tahoma"/>
                <a:cs typeface="Tahoma"/>
              </a:rPr>
              <a:t>⃣</a:t>
            </a:r>
            <a:r>
              <a:rPr dirty="0" sz="1200" spc="-100">
                <a:solidFill>
                  <a:srgbClr val="1F4D7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1F4D78"/>
                </a:solidFill>
                <a:latin typeface="Calibri Light"/>
                <a:cs typeface="Calibri Light"/>
              </a:rPr>
              <a:t>Pay</a:t>
            </a:r>
            <a:r>
              <a:rPr dirty="0" sz="1200" spc="-25">
                <a:solidFill>
                  <a:srgbClr val="1F4D78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1F4D78"/>
                </a:solidFill>
                <a:latin typeface="Calibri Light"/>
                <a:cs typeface="Calibri Light"/>
              </a:rPr>
              <a:t>the</a:t>
            </a:r>
            <a:r>
              <a:rPr dirty="0" sz="1200" spc="-20">
                <a:solidFill>
                  <a:srgbClr val="1F4D78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1F4D78"/>
                </a:solidFill>
                <a:latin typeface="Calibri Light"/>
                <a:cs typeface="Calibri Light"/>
              </a:rPr>
              <a:t>Required</a:t>
            </a:r>
            <a:r>
              <a:rPr dirty="0" sz="1200" spc="-10">
                <a:solidFill>
                  <a:srgbClr val="1F4D78"/>
                </a:solidFill>
                <a:latin typeface="Calibri Light"/>
                <a:cs typeface="Calibri Light"/>
              </a:rPr>
              <a:t> </a:t>
            </a:r>
            <a:r>
              <a:rPr dirty="0" sz="1200" spc="-20">
                <a:solidFill>
                  <a:srgbClr val="1F4D78"/>
                </a:solidFill>
                <a:latin typeface="Calibri Light"/>
                <a:cs typeface="Calibri Light"/>
              </a:rPr>
              <a:t>Fees</a:t>
            </a:r>
            <a:endParaRPr sz="12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application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includes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government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fees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for: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spcBef>
                <a:spcPts val="134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Driving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test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License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issuance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1200">
                <a:latin typeface="Times New Roman"/>
                <a:cs typeface="Times New Roman"/>
              </a:rPr>
              <a:t>Payment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usually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online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during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application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process.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457200" y="5266690"/>
            <a:ext cx="6859270" cy="19685"/>
            <a:chOff x="457200" y="5266690"/>
            <a:chExt cx="6859270" cy="19685"/>
          </a:xfrm>
        </p:grpSpPr>
        <p:sp>
          <p:nvSpPr>
            <p:cNvPr id="20" name="object 20" descr=""/>
            <p:cNvSpPr/>
            <p:nvPr/>
          </p:nvSpPr>
          <p:spPr>
            <a:xfrm>
              <a:off x="457200" y="5266689"/>
              <a:ext cx="6858000" cy="18415"/>
            </a:xfrm>
            <a:custGeom>
              <a:avLst/>
              <a:gdLst/>
              <a:ahLst/>
              <a:cxnLst/>
              <a:rect l="l" t="t" r="r" b="b"/>
              <a:pathLst>
                <a:path w="6858000" h="18414">
                  <a:moveTo>
                    <a:pt x="6858000" y="0"/>
                  </a:moveTo>
                  <a:lnTo>
                    <a:pt x="0" y="0"/>
                  </a:lnTo>
                  <a:lnTo>
                    <a:pt x="0" y="901"/>
                  </a:lnTo>
                  <a:lnTo>
                    <a:pt x="0" y="3937"/>
                  </a:lnTo>
                  <a:lnTo>
                    <a:pt x="0" y="18415"/>
                  </a:lnTo>
                  <a:lnTo>
                    <a:pt x="6858000" y="18415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313421" y="526757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57200" y="5267591"/>
              <a:ext cx="6859270" cy="15240"/>
            </a:xfrm>
            <a:custGeom>
              <a:avLst/>
              <a:gdLst/>
              <a:ahLst/>
              <a:cxnLst/>
              <a:rect l="l" t="t" r="r" b="b"/>
              <a:pathLst>
                <a:path w="6859270" h="15239">
                  <a:moveTo>
                    <a:pt x="3048" y="3035"/>
                  </a:moveTo>
                  <a:lnTo>
                    <a:pt x="0" y="3035"/>
                  </a:lnTo>
                  <a:lnTo>
                    <a:pt x="0" y="15227"/>
                  </a:lnTo>
                  <a:lnTo>
                    <a:pt x="3048" y="15227"/>
                  </a:lnTo>
                  <a:lnTo>
                    <a:pt x="3048" y="3035"/>
                  </a:lnTo>
                  <a:close/>
                </a:path>
                <a:path w="6859270" h="15239">
                  <a:moveTo>
                    <a:pt x="6859257" y="0"/>
                  </a:moveTo>
                  <a:lnTo>
                    <a:pt x="6856222" y="0"/>
                  </a:lnTo>
                  <a:lnTo>
                    <a:pt x="6856222" y="3035"/>
                  </a:lnTo>
                  <a:lnTo>
                    <a:pt x="6859257" y="3035"/>
                  </a:lnTo>
                  <a:lnTo>
                    <a:pt x="685925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313421" y="5270626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3047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3047" y="12192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57200" y="528281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57200" y="5282831"/>
              <a:ext cx="6859270" cy="3175"/>
            </a:xfrm>
            <a:custGeom>
              <a:avLst/>
              <a:gdLst/>
              <a:ahLst/>
              <a:cxnLst/>
              <a:rect l="l" t="t" r="r" b="b"/>
              <a:pathLst>
                <a:path w="6859270" h="3175">
                  <a:moveTo>
                    <a:pt x="6859257" y="0"/>
                  </a:moveTo>
                  <a:lnTo>
                    <a:pt x="68562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856222" y="3035"/>
                  </a:lnTo>
                  <a:lnTo>
                    <a:pt x="6859257" y="3035"/>
                  </a:lnTo>
                  <a:lnTo>
                    <a:pt x="685925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44500" y="5419725"/>
            <a:ext cx="6559550" cy="3931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15">
                <a:solidFill>
                  <a:srgbClr val="1F4D78"/>
                </a:solidFill>
                <a:latin typeface="Calibri Light"/>
                <a:cs typeface="Calibri Light"/>
              </a:rPr>
              <a:t>5️</a:t>
            </a:r>
            <a:r>
              <a:rPr dirty="0" sz="1200" spc="-615">
                <a:solidFill>
                  <a:srgbClr val="1F4D78"/>
                </a:solidFill>
                <a:latin typeface="Tahoma"/>
                <a:cs typeface="Tahoma"/>
              </a:rPr>
              <a:t>⃣</a:t>
            </a:r>
            <a:r>
              <a:rPr dirty="0" sz="1200" spc="-100">
                <a:solidFill>
                  <a:srgbClr val="1F4D7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1F4D78"/>
                </a:solidFill>
                <a:latin typeface="Calibri Light"/>
                <a:cs typeface="Calibri Light"/>
              </a:rPr>
              <a:t>Appear</a:t>
            </a:r>
            <a:r>
              <a:rPr dirty="0" sz="1200" spc="-30">
                <a:solidFill>
                  <a:srgbClr val="1F4D78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1F4D78"/>
                </a:solidFill>
                <a:latin typeface="Calibri Light"/>
                <a:cs typeface="Calibri Light"/>
              </a:rPr>
              <a:t>for</a:t>
            </a:r>
            <a:r>
              <a:rPr dirty="0" sz="1200" spc="-15">
                <a:solidFill>
                  <a:srgbClr val="1F4D78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1F4D78"/>
                </a:solidFill>
                <a:latin typeface="Calibri Light"/>
                <a:cs typeface="Calibri Light"/>
              </a:rPr>
              <a:t>the</a:t>
            </a:r>
            <a:r>
              <a:rPr dirty="0" sz="1200" spc="-20">
                <a:solidFill>
                  <a:srgbClr val="1F4D78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1F4D78"/>
                </a:solidFill>
                <a:latin typeface="Calibri Light"/>
                <a:cs typeface="Calibri Light"/>
              </a:rPr>
              <a:t>Driving</a:t>
            </a:r>
            <a:r>
              <a:rPr dirty="0" sz="1200" spc="-10">
                <a:solidFill>
                  <a:srgbClr val="1F4D78"/>
                </a:solidFill>
                <a:latin typeface="Calibri Light"/>
                <a:cs typeface="Calibri Light"/>
              </a:rPr>
              <a:t> </a:t>
            </a:r>
            <a:r>
              <a:rPr dirty="0" sz="1200" spc="-20">
                <a:solidFill>
                  <a:srgbClr val="1F4D78"/>
                </a:solidFill>
                <a:latin typeface="Calibri Light"/>
                <a:cs typeface="Calibri Light"/>
              </a:rPr>
              <a:t>Test</a:t>
            </a:r>
            <a:endParaRPr sz="12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scheduled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date,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visit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your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practical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driving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inspector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evaluates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your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ability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to: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spcBef>
                <a:spcPts val="133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Start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stop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vehicle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properly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Follow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traffic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rules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Control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vehicle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safely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Perform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basic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maneuvers</a:t>
            </a:r>
            <a:endParaRPr sz="1200">
              <a:latin typeface="Times New Roman"/>
              <a:cs typeface="Times New Roman"/>
            </a:endParaRPr>
          </a:p>
          <a:p>
            <a:pPr marL="52069" marR="1492885" indent="-40005">
              <a:lnSpc>
                <a:spcPct val="192500"/>
              </a:lnSpc>
              <a:spcBef>
                <a:spcPts val="15"/>
              </a:spcBef>
            </a:pPr>
            <a:r>
              <a:rPr dirty="0" sz="1200">
                <a:latin typeface="Times New Roman"/>
                <a:cs typeface="Times New Roman"/>
              </a:rPr>
              <a:t>Proper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practice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guidance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improve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your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chances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passing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first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attempt. </a:t>
            </a:r>
            <a:r>
              <a:rPr dirty="0" sz="1200">
                <a:latin typeface="Times New Roman"/>
                <a:cs typeface="Times New Roman"/>
              </a:rPr>
              <a:t>If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Anyone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Help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Driving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License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related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services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200">
                <a:latin typeface="Times New Roman"/>
                <a:cs typeface="Times New Roman"/>
              </a:rPr>
              <a:t>Contact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Me:</a:t>
            </a:r>
            <a:endParaRPr sz="1200">
              <a:latin typeface="Times New Roman"/>
              <a:cs typeface="Times New Roman"/>
            </a:endParaRPr>
          </a:p>
          <a:p>
            <a:pPr marL="12700" marR="4385945">
              <a:lnSpc>
                <a:spcPct val="192900"/>
              </a:lnSpc>
              <a:spcBef>
                <a:spcPts val="5"/>
              </a:spcBef>
            </a:pPr>
            <a:r>
              <a:rPr dirty="0" sz="1200">
                <a:latin typeface="Times New Roman"/>
                <a:cs typeface="Times New Roman"/>
              </a:rPr>
              <a:t>Location: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Faridabad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Haryana </a:t>
            </a:r>
            <a:r>
              <a:rPr dirty="0" sz="1200">
                <a:latin typeface="Times New Roman"/>
                <a:cs typeface="Times New Roman"/>
              </a:rPr>
              <a:t>Gmail: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kumarapoineet@gmail.com</a:t>
            </a:r>
            <a:r>
              <a:rPr dirty="0" sz="1200" spc="-10">
                <a:solidFill>
                  <a:srgbClr val="0462C1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Mob: </a:t>
            </a:r>
            <a:r>
              <a:rPr dirty="0" sz="1200" spc="-10">
                <a:latin typeface="Times New Roman"/>
                <a:cs typeface="Times New Roman"/>
              </a:rPr>
              <a:t>9220156197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200">
                <a:latin typeface="Times New Roman"/>
                <a:cs typeface="Times New Roman"/>
              </a:rPr>
              <a:t>Web: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  <a:hlinkClick r:id="rId2"/>
              </a:rPr>
              <a:t>http://www.rtomart.in/faridabad/index.html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om</dc:creator>
  <dcterms:created xsi:type="dcterms:W3CDTF">2026-02-26T17:19:03Z</dcterms:created>
  <dcterms:modified xsi:type="dcterms:W3CDTF">2026-02-26T17:19:03Z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2026-02-08T00:00:00Z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2026-02-26T00:00:00Z</vt:filetime>
  </property>
  <property fmtid="{D5CDD505-2E9C-101B-9397-08002B2CF9AE}" pid="5" name="Producer">
    <vt:lpwstr>Microsoft® Word 2016</vt:lpwstr>
  </property>
</Properties>
</file>